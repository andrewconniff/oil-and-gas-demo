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D1742D"/>
          </a:solidFill>
          <a:ln>
            <a:solidFill>
              <a:srgbClr val="D1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8229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Georgia"/>
              </a:defRPr>
            </a:pPr>
            <a:r>
              <a:t>Fabrikam Field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Public-safe readiness update for field operations AI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Classification: Public | Fictional Microsoft Fake Company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B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D1742D"/>
          </a:solidFill>
          <a:ln>
            <a:solidFill>
              <a:srgbClr val="D1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8229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02825"/>
                </a:solidFill>
                <a:latin typeface="Georgia"/>
              </a:defRPr>
            </a:pPr>
            <a:r>
              <a:t>Readiness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02825"/>
                </a:solidFill>
                <a:latin typeface="Calibri"/>
              </a:defRPr>
            </a:pPr>
            <a:r>
              <a:t>Field teams need concise updates, safe prompt habits, and practical app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825"/>
                </a:solidFill>
              </a:defRPr>
            </a:pPr>
            <a:r>
              <a:t>Classification: Public | Fictional Microsoft Fake Company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B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D1742D"/>
          </a:solidFill>
          <a:ln>
            <a:solidFill>
              <a:srgbClr val="D1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8229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02825"/>
                </a:solidFill>
                <a:latin typeface="Georgia"/>
              </a:defRPr>
            </a:pPr>
            <a:r>
              <a:t>Site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02825"/>
                </a:solidFill>
                <a:latin typeface="Calibri"/>
              </a:defRPr>
            </a:pPr>
            <a:r>
              <a:t>Bakken: handoffs | Eagle Ford: champions | Permian: executive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825"/>
                </a:solidFill>
              </a:defRPr>
            </a:pPr>
            <a:r>
              <a:t>Classification: Public | Fictional Microsoft Fake Company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B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D1742D"/>
          </a:solidFill>
          <a:ln>
            <a:solidFill>
              <a:srgbClr val="D1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8229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02825"/>
                </a:solidFill>
                <a:latin typeface="Georgia"/>
              </a:defRPr>
            </a:pPr>
            <a:r>
              <a:t>Leadership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02825"/>
                </a:solidFill>
                <a:latin typeface="Calibri"/>
              </a:defRPr>
            </a:pPr>
            <a:r>
              <a:t>Confirm champion coverage, app demo files, and office-hours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02825"/>
                </a:solidFill>
              </a:defRPr>
            </a:pPr>
            <a:r>
              <a:t>Classification: Public | Fictional Microsoft Fake Company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D1742D"/>
          </a:solidFill>
          <a:ln>
            <a:solidFill>
              <a:srgbClr val="D1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82296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Georgia"/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Use Copilot in PowerPoint to refine this deck, simplify titles, and create a closing recap.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Classification: Public | Fictional Microsoft Fake Company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